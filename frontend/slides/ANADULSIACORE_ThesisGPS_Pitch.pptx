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33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-361744"/>
            <a:ext cx="4572000" cy="56841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77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studyond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2920" y="1737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GPS</a:t>
            </a:r>
            <a:endParaRPr lang="en-US" sz="7000" dirty="0"/>
          </a:p>
        </p:txBody>
      </p:sp>
      <p:sp>
        <p:nvSpPr>
          <p:cNvPr id="5" name="Text 2"/>
          <p:cNvSpPr/>
          <p:nvPr/>
        </p:nvSpPr>
        <p:spPr>
          <a:xfrm>
            <a:off x="502920" y="2816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thesis navigator.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343400"/>
            <a:ext cx="402336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62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Hack 2026  ·  </a:t>
            </a:r>
            <a:r>
              <a:rPr lang="en-US" sz="900" kern="0" spc="1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AndalusIA</a:t>
            </a:r>
            <a:r>
              <a:rPr lang="en-US" sz="900" kern="0" spc="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4754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starthackthesisgpsstudyond.vercel.app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theses.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clear map.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993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Switzerland alone. Every year. With no structured guidance.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8138160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06040"/>
            <a:ext cx="26517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9067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34930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roadmap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" y="3840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 ideation, supervisor search, applications, writing, and job hunting all at once with no visibility of what comes next.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73552" y="2606040"/>
            <a:ext cx="26517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38144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309067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38144" y="34930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38144" y="3840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give one-size-fits-all guidance. Students need context-aware, stage-specific next steps that fit their exact situation.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44184" y="2606040"/>
            <a:ext cx="26517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08776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309067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08776" y="34930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moments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08776" y="38404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blocker hits, there is nothing to triage it. Students spiral, lose momentum, and run out of runway without realizing it.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-30480"/>
            <a:ext cx="502920" cy="6252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0336" y="184405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studyond</a:t>
            </a: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THESIS GPS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studyond GPS.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AI-powered journey map that shows every thesis phase at once and surfaces the single best move right now.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566160"/>
            <a:ext cx="4114800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639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Live 8-stage thesis atlas with urgency meter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4114800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Stage-aware workspace (matcher, planner, checklist)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297680"/>
            <a:ext cx="4114800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70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AI-powered next-step cards + Stuck Dialog triage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663440"/>
            <a:ext cx="4114800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736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Outreach helpers so insight turns into motion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502920"/>
            <a:ext cx="3474720" cy="4319922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4480560"/>
            <a:ext cx="502920" cy="6252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4773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studyond</a:t>
            </a: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THESIS GPS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confusion to clarity.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16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316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2984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prompts: topic, school or company context, fields of study, and deadline. Persisted via Zustand so the session survives refreshes.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078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700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6824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animated 8-stage contour-map canvas renders with urgency scoring, completion percentage, and contextual copy for each phase.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848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0848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06654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any stage node loads the right module: research sandbox, supervisor matcher, application comparer, writing checklist, planner board.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68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468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Nudges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245059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active stage, an ActionCard delivers a proactive brief. When stuck, a dialog composes a context-rich Anthropic prompt and returns a Markdown diagnosis.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816352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529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2852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283464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insights plug into email helpers so students jump from understanding to action in one click.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F5F5F5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43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4608576"/>
            <a:ext cx="1610258" cy="246888"/>
          </a:xfrm>
          <a:prstGeom prst="rect">
            <a:avLst/>
          </a:prstGeom>
          <a:solidFill>
            <a:schemeClr val="accent2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626864"/>
            <a:ext cx="15188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41194" y="4608576"/>
            <a:ext cx="1610258" cy="246888"/>
          </a:xfrm>
          <a:prstGeom prst="rect">
            <a:avLst/>
          </a:prstGeom>
          <a:solidFill>
            <a:schemeClr val="accent5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4346" y="4626864"/>
            <a:ext cx="15188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79469" y="4608576"/>
            <a:ext cx="1154887" cy="246888"/>
          </a:xfrm>
          <a:prstGeom prst="rect">
            <a:avLst/>
          </a:prstGeom>
          <a:solidFill>
            <a:schemeClr val="accent6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2621" y="4626864"/>
            <a:ext cx="106344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80660" y="4608576"/>
            <a:ext cx="1306678" cy="246888"/>
          </a:xfrm>
          <a:prstGeom prst="rect">
            <a:avLst/>
          </a:prstGeom>
          <a:solidFill>
            <a:schemeClr val="accent4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5524" y="4626864"/>
            <a:ext cx="12152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97066" y="4608576"/>
            <a:ext cx="851306" cy="246888"/>
          </a:xfrm>
          <a:prstGeom prst="rect">
            <a:avLst/>
          </a:prstGeom>
          <a:solidFill>
            <a:srgbClr val="9966FF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70218" y="4626864"/>
            <a:ext cx="75986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76388" y="4608576"/>
            <a:ext cx="1306678" cy="246888"/>
          </a:xfrm>
          <a:prstGeom prst="rect">
            <a:avLst/>
          </a:prstGeom>
          <a:solidFill>
            <a:srgbClr val="00CCFF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9540" y="4626864"/>
            <a:ext cx="12152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85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-17381"/>
            <a:ext cx="502920" cy="62525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150151" y="1874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studyond</a:t>
            </a: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THESIS GPS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THE CORE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isn't a feature.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operating system.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4069080" cy="2743200"/>
          </a:xfrm>
          <a:prstGeom prst="rect">
            <a:avLst/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2011680"/>
            <a:ext cx="1365504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9280" y="2011680"/>
            <a:ext cx="1365504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5640" y="2011680"/>
            <a:ext cx="1365504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7627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6152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ActionCard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6152" y="2523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nudges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834640"/>
            <a:ext cx="361188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97180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active stage, Thesis GPS generates a live AI brief showing the single most important move right now. Stage context is encoded directly into the prompt so advice is never generic.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011680"/>
            <a:ext cx="4069080" cy="2743200"/>
          </a:xfrm>
          <a:prstGeom prst="rect">
            <a:avLst/>
          </a:prstGeom>
          <a:solidFill>
            <a:srgbClr val="1E1E1E"/>
          </a:solidFill>
          <a:ln w="6350">
            <a:solidFill>
              <a:srgbClr val="2E2E2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011680"/>
            <a:ext cx="1365504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02680" y="2011680"/>
            <a:ext cx="1365504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59040" y="2011680"/>
            <a:ext cx="1365504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76272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59552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Dialog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559552" y="2523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triage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074920" y="2834640"/>
            <a:ext cx="361188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74920" y="297180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hits a wall, the Stuck Dialog composes a prompt that bundles stage, blockers, and history, then sends it to Anthropic. Responses come back as structured Markdown diagnoses with concrete next actions.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lives in lib/prompts.ts · easy to swap, extend, or connect to Studyond Brain via MCP</a:t>
            </a:r>
            <a:endParaRPr lang="en-US" sz="8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4480560"/>
            <a:ext cx="502920" cy="6252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40880" y="4773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studyond</a:t>
            </a: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THESIS GPS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layers. Zero magic.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43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12435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8138160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282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71907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5 · Tailwind v4 · Framer Motion animations · Lucide icons · custom ds-* design-system typography classes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12848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76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26771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useJourneyStore (Zustand + localStorage) · holds intake data, stage states, and completion flags · survives page refreshes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61488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25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81635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hooks: useMatches + useRecommendations · overlap scoring for supervisors, experts, topics · memoized, fully offline-capable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10128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74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36499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lib/studyond.ts + lib/prompts.ts · Anthropic SDK · LangChain experimental agents · Stuck Dialog composes context-rich prompts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58768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227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91363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src/data: typed mock JSON · topics, projects, supervisors, experts, universities · ready to swap for live Studyond endpoints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407408"/>
            <a:ext cx="8138160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4480560"/>
            <a:ext cx="502920" cy="62525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040880" y="4773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studyond GPS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+ WHAT'S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402336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834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2898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theses in Switzerland per year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310128"/>
            <a:ext cx="402336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015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34655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one viewport, zero confusion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77056"/>
            <a:ext cx="402336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6849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4032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engines, fully typed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65760"/>
            <a:ext cx="0" cy="457200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548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74920" y="1097280"/>
            <a:ext cx="37490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216152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recommendation hooks into live Studyond endpoints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1572768"/>
            <a:ext cx="37490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691640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planner into a Kanban with drag-and-drop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2048256"/>
            <a:ext cx="37490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2167128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139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AI insights to Notion or email digest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2523744"/>
            <a:ext cx="37490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2642616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supervisor matching via Studyond Brain MCP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813816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700016"/>
            <a:ext cx="275234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4700016"/>
            <a:ext cx="2752344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4700016"/>
            <a:ext cx="2752344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starthackthesisgpsstudyond.vercel.app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3AC49FA2067284EA644FA7B644B713D" ma:contentTypeVersion="4" ma:contentTypeDescription="Ein neues Dokument erstellen." ma:contentTypeScope="" ma:versionID="04fea304693fed6647884b11db0fb442">
  <xsd:schema xmlns:xsd="http://www.w3.org/2001/XMLSchema" xmlns:xs="http://www.w3.org/2001/XMLSchema" xmlns:p="http://schemas.microsoft.com/office/2006/metadata/properties" xmlns:ns3="41e4258c-ba4e-4c82-aeff-f1ac8b443e65" targetNamespace="http://schemas.microsoft.com/office/2006/metadata/properties" ma:root="true" ma:fieldsID="e26aa9d687369bd4f53cc9a6f33340df" ns3:_="">
    <xsd:import namespace="41e4258c-ba4e-4c82-aeff-f1ac8b443e6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4258c-ba4e-4c82-aeff-f1ac8b443e6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6799F2-7C2C-4FF8-B6B4-7EDAE99D5B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e4258c-ba4e-4c82-aeff-f1ac8b443e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D238BF-DC40-46B1-9046-3C74D6CE12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7273FD-5B49-4220-899A-45575DB69435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41e4258c-ba4e-4c82-aeff-f1ac8b443e6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670</Words>
  <Application>Microsoft Office PowerPoint</Application>
  <PresentationFormat>On-screen Show (16:9)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Studyond GPS - START Hack 2026</dc:title>
  <dc:subject>PptxGenJS Presentation</dc:subject>
  <dc:creator>PptxGenJS</dc:creator>
  <cp:lastModifiedBy>Desai, DiyaJigneshbhai</cp:lastModifiedBy>
  <cp:revision>4</cp:revision>
  <dcterms:created xsi:type="dcterms:W3CDTF">2026-03-19T23:38:43Z</dcterms:created>
  <dcterms:modified xsi:type="dcterms:W3CDTF">2026-03-19T23:55:01Z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0x01010003AC49FA2067284EA644FA7B644B713D</vt:lpwstr>
  </property>
</Properties>
</file>